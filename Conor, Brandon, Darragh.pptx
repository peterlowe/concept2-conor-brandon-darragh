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0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A06A6-B782-451E-BE70-4B9CC964E1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BFDB53-6560-4EC4-A509-A6AB8D203B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687CE-4BEE-4843-83A9-6F4ACF9BD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DDDAA-144F-438D-91F1-B2B550B756BF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38720-A68D-4C55-8371-F74DDDEA5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AF950F-6495-4687-9575-763582D57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7E7EF-9E54-4B53-8BD0-7B8F8B970CE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81561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8D699-8BB6-495C-B4C1-1CEC2B26F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8FBC7-8D46-44CA-9233-BDDAE9127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231302-4413-4F40-B11B-AE50D520C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DDDAA-144F-438D-91F1-B2B550B756BF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36A29-744D-4656-AAAC-DC1CD8583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5762F-7817-46D0-AD6B-F5577C0AA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7E7EF-9E54-4B53-8BD0-7B8F8B970CE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25596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D7732-1462-4F25-B13A-C4A12E84B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484AC-95E2-491C-9AAF-16098D7F4C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9E851-69BE-4A4C-A6F5-5E1C21527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DDDAA-144F-438D-91F1-B2B550B756BF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83E08-6FB5-44B8-A4CA-4EB5F84FF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6910-672A-4A4F-BCCF-F587262ED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7E7EF-9E54-4B53-8BD0-7B8F8B970CE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73002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60C83-D60A-4B4E-9871-7B9BCBE7E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B9A2D-31E1-457D-AF5E-9387893D7B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421FA3-0834-4465-8CA0-4ECFA58FF1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AC1E93-6AF4-41C7-8B3C-A57F0A3D9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DDDAA-144F-438D-91F1-B2B550B756BF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AFFDDF-B705-4AC6-A97A-88F07A105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705D99-24FF-4C67-B82C-32BF4B5CA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7E7EF-9E54-4B53-8BD0-7B8F8B970CE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72831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D3F60-7C4E-40B2-BFDD-60721C6DD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1F222B-F21A-47A3-B2CA-9FA2B5FFF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19A5E-7E4A-409D-9B6D-6BE3FF37CB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4F0100-E55C-4E63-8B4D-91BDB9B4F8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D1847A-F960-4F7C-B4E0-159F3493E1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073F5C-B871-47F7-9D94-0B6C52759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DDDAA-144F-438D-91F1-B2B550B756BF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567B16-B968-4DB5-89C7-FC2A8AF0A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D67551-E0CA-4FAE-8030-A36CF6DF8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7E7EF-9E54-4B53-8BD0-7B8F8B970CE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3992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D873A-F5E5-487F-A44A-6E74202E7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7FB611-9008-4BED-84DF-762C47964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DDDAA-144F-438D-91F1-B2B550B756BF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7B6EDD-FA8D-4E78-8E41-140B7898D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340905-874B-489A-9306-07316753A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7E7EF-9E54-4B53-8BD0-7B8F8B970CE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93919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93B5E5-C2F3-4EC5-A6B6-BB36A31FE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DDDAA-144F-438D-91F1-B2B550B756BF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097068-C64A-49A2-9DD3-1E5B6F2AA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E31ADE-29E3-48D0-B412-2BE3F19EF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7E7EF-9E54-4B53-8BD0-7B8F8B970CE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35429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5F449-4EAD-4C04-8888-F952171E7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55920-4C0A-448E-91D6-DDD119090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5753C5-62E3-4D4E-9995-BDC6487529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031A12-720A-40DE-A6E5-38D0A3074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DDDAA-144F-438D-91F1-B2B550B756BF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1B6AF4-F223-433C-9648-2035DF0CC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FBA18E-CE60-42E8-9306-C0386A103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7E7EF-9E54-4B53-8BD0-7B8F8B970CE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37423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4B4D1-7C84-4C81-BDBA-6FBA46570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105255-4414-428B-BBCB-DC84B4DBFA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762A5E-F0BB-4A66-BBD6-D3D0AFFA79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EE3590-B35C-4C76-801B-FD271B78E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DDDAA-144F-438D-91F1-B2B550B756BF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C22EEE-7C76-4610-B126-7493819B7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AAC825-6130-4BD8-9E2F-34EA20BED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7E7EF-9E54-4B53-8BD0-7B8F8B970CE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324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95151-64BA-448A-A3EA-A8294DEEF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8A5C54-38FE-446F-A299-DA96B7BC10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C4FE7-33FB-4447-8F2B-A8B43D834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DDDAA-144F-438D-91F1-B2B550B756BF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5EB76-1045-4710-B9B6-424E62DA1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F902F7-ED38-4D69-B895-3E5B9ED27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7E7EF-9E54-4B53-8BD0-7B8F8B970CE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94954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1BA1F5-03C3-4C65-B867-B281447B8B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01277D-0BBE-44C5-AA72-F7E904AC1E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663BA-6911-44D6-9E2C-29D875838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DDDAA-144F-438D-91F1-B2B550B756BF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5774D0-F7D9-467B-915C-990F7D3AF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659D9-5B06-4E87-9E0A-FE93936FB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7E7EF-9E54-4B53-8BD0-7B8F8B970CE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92067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989ABB-521E-44A0-8FA8-2F96E606A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CB8E86-5F7E-4F82-84BB-FD5701B769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914C5-7821-4A0A-9DA8-CBE1584D77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DDDAA-144F-438D-91F1-B2B550B756BF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62AD59-D252-4967-80F7-5DA5414DE8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4C860-13BF-4585-832D-CE31B2CD89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67E7EF-9E54-4B53-8BD0-7B8F8B970CE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2882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81023-3A30-4D37-AD6C-6824DC7687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6833A2-4C22-49A0-A323-65AF668F2A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67505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(Student) - Conor Knight</dc:creator>
  <cp:lastModifiedBy>(Student) - Conor Knight</cp:lastModifiedBy>
  <cp:revision>1</cp:revision>
  <dcterms:created xsi:type="dcterms:W3CDTF">2021-11-19T13:54:56Z</dcterms:created>
  <dcterms:modified xsi:type="dcterms:W3CDTF">2021-11-19T13:55:28Z</dcterms:modified>
</cp:coreProperties>
</file>